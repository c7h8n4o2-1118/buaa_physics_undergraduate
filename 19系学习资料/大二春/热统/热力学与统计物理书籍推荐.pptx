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41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6959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577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14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07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921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48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409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4266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21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05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B61A3-440F-4F78-8D03-ECB85A536479}" type="datetimeFigureOut">
              <a:rPr lang="zh-CN" altLang="en-US" smtClean="0"/>
              <a:t>2017/2/26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75F53-2045-45FE-AFF8-7A4844D8DBF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01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57453" y="258559"/>
            <a:ext cx="8673484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热力学</a:t>
            </a:r>
            <a:r>
              <a:rPr lang="en-US" altLang="zh-CN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统计物理</a:t>
            </a:r>
            <a:endParaRPr lang="en-US" altLang="zh-CN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汪志诚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 统计物理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高等教育出版社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国内应用最广泛的热统课程教材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林宗涵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热力学与统计物理学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北京大学出版社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本书几乎可以认为是汪志诚书的另一个版本，内容安排几乎一样（他们都是王竹溪老先生的门生，也都是继承王竹溪开创的热统教法的继承人），但两本书结合着看是有益的，往往一本书里看不懂的地方，另一本可能会把你讲懂。而且由于这本书后出，所以可能讲得更清楚一些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王竹溪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北京大学出版社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年（翻印版）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正是王竹溪开创了国内讲授热统的模式，后面国内大多数书都是按照这个脉络讲的。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吴大猷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理论物理第五册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热力学、气体运动论及统计力学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：甲部：热力学；乙部：气体运动论；丙部：统计力学 科学出版社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2014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吴大猷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yóu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先生是国际著名的学者，在中国物理界，是和严济慈、周培源、赵忠尧诸教授同时的老前辈。他的这一部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理论物理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，包括了“古典”至“近代”物理的全貌。本书为著名物理学家吴大猷先生的著述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理论物理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的第五册。本册包括热力学、气体运动论及统计力学三部分，用宏观的和微观的观点，研究物理体系宏观系统的性质。  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Greiner </a:t>
            </a: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Neise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Stocker 《Thermodynamics and Statistical Mechanics》 Springer 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世界图书出版公司 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J. Willard Gibbs 《Elementary Principles in Statistical Mechanics》</a:t>
            </a:r>
          </a:p>
          <a:p>
            <a:pPr lvl="1">
              <a:spcBef>
                <a:spcPts val="1200"/>
              </a:spcBef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Written by J. Willard Gibbs(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吉布斯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), the most distinguished American mathematical physicist of the nineteenth century, this book was the first to bring together and arrange in logical order the works of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Clausius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Maxwell, Boltzmann, and Gibbs himself. The lucid, advanced-level text remains a valuable collection of fundamental equations and principles.</a:t>
            </a:r>
          </a:p>
        </p:txBody>
      </p:sp>
    </p:spTree>
    <p:extLst>
      <p:ext uri="{BB962C8B-B14F-4D97-AF65-F5344CB8AC3E}">
        <p14:creationId xmlns:p14="http://schemas.microsoft.com/office/powerpoint/2010/main" val="101242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6029" y="158059"/>
            <a:ext cx="8873231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统计物理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热力学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Blundell &amp; Blundell 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热物理概念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热力学与统计物理学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鞠国兴译，清华大学出版社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2015 </a:t>
            </a: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这是一本不可多得的深入浅出地教授热统的教材，既兼顾了学习曲线，使得可以轻松入门；又考虑课程的完整性，从系综理论出发；还能兼顾到从易到难各种内容。准确的说，也不完全是“统计物理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 （推导演绎）类的教材”，而是将二者结合起来的。 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Kardar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《Statistical Physics of Particles》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《Statistical Physics of Fields》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Cambridge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 世界图书出版公司影印 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Reif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《Berkeley Physics Course– Statistical Physics》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机械工业出版社 影印版 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伯克利物理系列教材之一，应用广泛。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Kittel &amp; Kroemer 《Thermal </a:t>
            </a: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Physics》Publisher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W. H. Freeman; 2 edition (January 15, 1980) </a:t>
            </a: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这是一本被国外大学广泛使用热统教材，但评价喜忧参半。</a:t>
            </a:r>
            <a:r>
              <a:rPr lang="zh-CN" altLang="en-US" dirty="0"/>
              <a:t>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Pathria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《Statistical Mechanics》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世界图书出版公司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Plischke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en-US" altLang="zh-CN" sz="16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Bergersen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《Equilibrium Statistical Physics》</a:t>
            </a:r>
            <a:r>
              <a:rPr lang="zh-CN" altLang="en-US" sz="16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世界图书出版公司</a:t>
            </a:r>
            <a:endParaRPr lang="en-US" altLang="zh-CN" sz="16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沈惠川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统计力学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中国科学技术大学出版社 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钱德勒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(David Chandler)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著 鞠国兴 译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现代统计力学导论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高等教育出版社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2013-01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朗道、栗弗席兹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理论物理教程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统计物理学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I》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束仁贵 束莼译，高等教育出版社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6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永远的经典，但难度较大。列夫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达维多维奇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朗道（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Lev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Davidovich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Landau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1908-1968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），苏联犹太人，号称世界上最后一个全能的物理学家。在他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寿辰之际，苏联学界把他对物理学的十大贡献刻在石板上作为寿礼，以向先知一样的称谓称之为“朗道十诫”：因凝聚态特别是液氦的先驱性理论，被授予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1962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年诺贝尔物理学奖。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薛定谔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统计热力学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徐锡申译，高等教育出版社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03228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70770" y="221942"/>
            <a:ext cx="8482614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其他相关书籍</a:t>
            </a:r>
            <a:endParaRPr lang="en-US" altLang="zh-CN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刘全慧、沈抗存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热物理 教与学随笔集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科学出版社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刘全慧、沈抗存均是湖南大学教授，主讲热力学与统计物理。这本随笔集是他们多年讲学的经验总结，有学习中常会碰到的问题，有概念的细致理解，是一本很好的教学参考书。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陈金灿 苏国珍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热力学与统计物理学 热点问题思考与探索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科学出版社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费曼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费因曼物理学讲义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第一卷 郑永令、华宏鸣、吴子怡译 上海科学技术出版社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内容丰富，浅显易懂。第一卷的后面有几个章节是关于热统的。当然别指望靠这本书掌握热统的所有内容，但由于这套书的概念清晰，碰到不懂的刚好里边又讲了的，那就看这本书吧。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汪志诚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热力学 统计物理 学习辅导书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高等教育出版社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就是汪志诚书后习题的答案，另外有一些扩充。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薛定谔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《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生命是什么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/>
              <a:t>  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罗来欧、罗辽复译 湖南科学技术出版社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2015</a:t>
            </a:r>
          </a:p>
          <a:p>
            <a:pPr lvl="1">
              <a:spcBef>
                <a:spcPts val="1200"/>
              </a:spcBef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经典之作，结合热力学统计物理理论解释生命、意识等，首次提出了负熵的概念，在当时激励和推动了分子生物的诞生和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DNA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的发现。</a:t>
            </a:r>
          </a:p>
        </p:txBody>
      </p:sp>
    </p:spTree>
    <p:extLst>
      <p:ext uri="{BB962C8B-B14F-4D97-AF65-F5344CB8AC3E}">
        <p14:creationId xmlns:p14="http://schemas.microsoft.com/office/powerpoint/2010/main" val="401829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197</TotalTime>
  <Words>824</Words>
  <Application>Microsoft Office PowerPoint</Application>
  <PresentationFormat>全屏显示(4:3)</PresentationFormat>
  <Paragraphs>37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Ke Xu</dc:creator>
  <cp:lastModifiedBy>Ke Xu</cp:lastModifiedBy>
  <cp:revision>67</cp:revision>
  <dcterms:created xsi:type="dcterms:W3CDTF">2017-02-26T06:44:47Z</dcterms:created>
  <dcterms:modified xsi:type="dcterms:W3CDTF">2017-02-26T10:16:03Z</dcterms:modified>
</cp:coreProperties>
</file>